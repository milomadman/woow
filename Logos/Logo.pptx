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5" r:id="rId4"/>
    <p:sldId id="266" r:id="rId5"/>
    <p:sldId id="263" r:id="rId6"/>
    <p:sldId id="261" r:id="rId7"/>
    <p:sldId id="260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039ED-FE3B-A14B-1C4B-26A523B33CCC}" v="130" dt="2025-11-17T13:36:14.671"/>
    <p1510:client id="{E39A1BE6-2311-41CD-881F-6BCD89BE56EB}" v="34" dt="2025-11-17T14:52:08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 Schwerzmann" userId="ca477f67e433afcb" providerId="LiveId" clId="{D73CCC14-BF14-4B0F-971C-1BE1972D4A6E}"/>
    <pc:docChg chg="undo custSel addSld delSld modSld">
      <pc:chgData name="Lorenz Schwerzmann" userId="ca477f67e433afcb" providerId="LiveId" clId="{D73CCC14-BF14-4B0F-971C-1BE1972D4A6E}" dt="2025-11-17T14:52:08.109" v="76" actId="207"/>
      <pc:docMkLst>
        <pc:docMk/>
      </pc:docMkLst>
      <pc:sldChg chg="modSp mod">
        <pc:chgData name="Lorenz Schwerzmann" userId="ca477f67e433afcb" providerId="LiveId" clId="{D73CCC14-BF14-4B0F-971C-1BE1972D4A6E}" dt="2025-11-17T13:24:27.764" v="39" actId="1076"/>
        <pc:sldMkLst>
          <pc:docMk/>
          <pc:sldMk cId="2398832614" sldId="260"/>
        </pc:sldMkLst>
        <pc:spChg chg="mod">
          <ac:chgData name="Lorenz Schwerzmann" userId="ca477f67e433afcb" providerId="LiveId" clId="{D73CCC14-BF14-4B0F-971C-1BE1972D4A6E}" dt="2025-11-17T13:24:27.764" v="39" actId="1076"/>
          <ac:spMkLst>
            <pc:docMk/>
            <pc:sldMk cId="2398832614" sldId="260"/>
            <ac:spMk id="34" creationId="{6E32010B-1B67-82E1-7427-B3C3128355CF}"/>
          </ac:spMkLst>
        </pc:spChg>
        <pc:grpChg chg="mod">
          <ac:chgData name="Lorenz Schwerzmann" userId="ca477f67e433afcb" providerId="LiveId" clId="{D73CCC14-BF14-4B0F-971C-1BE1972D4A6E}" dt="2025-11-17T13:24:27.764" v="39" actId="1076"/>
          <ac:grpSpMkLst>
            <pc:docMk/>
            <pc:sldMk cId="2398832614" sldId="260"/>
            <ac:grpSpMk id="2" creationId="{63BA0BAE-A18A-9FB7-2179-2610E867B8FF}"/>
          </ac:grpSpMkLst>
        </pc:grpChg>
        <pc:grpChg chg="mod">
          <ac:chgData name="Lorenz Schwerzmann" userId="ca477f67e433afcb" providerId="LiveId" clId="{D73CCC14-BF14-4B0F-971C-1BE1972D4A6E}" dt="2025-11-17T13:24:27.764" v="39" actId="1076"/>
          <ac:grpSpMkLst>
            <pc:docMk/>
            <pc:sldMk cId="2398832614" sldId="260"/>
            <ac:grpSpMk id="3" creationId="{273E9484-4994-9FF5-BCB5-9AE489870B7E}"/>
          </ac:grpSpMkLst>
        </pc:grpChg>
        <pc:picChg chg="mod">
          <ac:chgData name="Lorenz Schwerzmann" userId="ca477f67e433afcb" providerId="LiveId" clId="{D73CCC14-BF14-4B0F-971C-1BE1972D4A6E}" dt="2025-11-17T13:24:27.764" v="39" actId="1076"/>
          <ac:picMkLst>
            <pc:docMk/>
            <pc:sldMk cId="2398832614" sldId="260"/>
            <ac:picMk id="6" creationId="{F7E623CD-9CDA-A374-3BAF-8C01D7D2BFCF}"/>
          </ac:picMkLst>
        </pc:picChg>
        <pc:picChg chg="mod">
          <ac:chgData name="Lorenz Schwerzmann" userId="ca477f67e433afcb" providerId="LiveId" clId="{D73CCC14-BF14-4B0F-971C-1BE1972D4A6E}" dt="2025-11-17T13:24:27.764" v="39" actId="1076"/>
          <ac:picMkLst>
            <pc:docMk/>
            <pc:sldMk cId="2398832614" sldId="260"/>
            <ac:picMk id="14" creationId="{D061418F-5D2D-884D-69C6-F1DB3294DAD3}"/>
          </ac:picMkLst>
        </pc:picChg>
      </pc:sldChg>
      <pc:sldChg chg="addSp delSp modSp mod">
        <pc:chgData name="Lorenz Schwerzmann" userId="ca477f67e433afcb" providerId="LiveId" clId="{D73CCC14-BF14-4B0F-971C-1BE1972D4A6E}" dt="2025-11-17T13:23:25.501" v="37" actId="1076"/>
        <pc:sldMkLst>
          <pc:docMk/>
          <pc:sldMk cId="2899375389" sldId="262"/>
        </pc:sldMkLst>
        <pc:spChg chg="mod">
          <ac:chgData name="Lorenz Schwerzmann" userId="ca477f67e433afcb" providerId="LiveId" clId="{D73CCC14-BF14-4B0F-971C-1BE1972D4A6E}" dt="2025-11-17T13:23:25.501" v="37" actId="1076"/>
          <ac:spMkLst>
            <pc:docMk/>
            <pc:sldMk cId="2899375389" sldId="262"/>
            <ac:spMk id="8" creationId="{8991951B-00ED-0FA6-AFFD-3AC9C8502107}"/>
          </ac:spMkLst>
        </pc:spChg>
        <pc:spChg chg="mod">
          <ac:chgData name="Lorenz Schwerzmann" userId="ca477f67e433afcb" providerId="LiveId" clId="{D73CCC14-BF14-4B0F-971C-1BE1972D4A6E}" dt="2025-11-17T13:23:25.501" v="37" actId="1076"/>
          <ac:spMkLst>
            <pc:docMk/>
            <pc:sldMk cId="2899375389" sldId="262"/>
            <ac:spMk id="12" creationId="{953FE821-98CF-6382-DFF4-1F523A489911}"/>
          </ac:spMkLst>
        </pc:spChg>
        <pc:spChg chg="mod">
          <ac:chgData name="Lorenz Schwerzmann" userId="ca477f67e433afcb" providerId="LiveId" clId="{D73CCC14-BF14-4B0F-971C-1BE1972D4A6E}" dt="2025-11-17T13:23:25.501" v="37" actId="1076"/>
          <ac:spMkLst>
            <pc:docMk/>
            <pc:sldMk cId="2899375389" sldId="262"/>
            <ac:spMk id="13" creationId="{E8F7A149-E5A2-DDB2-C8A2-74B581424901}"/>
          </ac:spMkLst>
        </pc:spChg>
        <pc:spChg chg="add del mod">
          <ac:chgData name="Lorenz Schwerzmann" userId="ca477f67e433afcb" providerId="LiveId" clId="{D73CCC14-BF14-4B0F-971C-1BE1972D4A6E}" dt="2025-11-17T13:23:21.010" v="36" actId="478"/>
          <ac:spMkLst>
            <pc:docMk/>
            <pc:sldMk cId="2899375389" sldId="262"/>
            <ac:spMk id="14" creationId="{0CBA46BD-BCDC-9942-589A-7C0A4A391706}"/>
          </ac:spMkLst>
        </pc:spChg>
        <pc:spChg chg="add del">
          <ac:chgData name="Lorenz Schwerzmann" userId="ca477f67e433afcb" providerId="LiveId" clId="{D73CCC14-BF14-4B0F-971C-1BE1972D4A6E}" dt="2025-11-17T13:23:05.328" v="30" actId="22"/>
          <ac:spMkLst>
            <pc:docMk/>
            <pc:sldMk cId="2899375389" sldId="262"/>
            <ac:spMk id="16" creationId="{F9BCAA4F-3B96-9957-F0D2-FCC67294794D}"/>
          </ac:spMkLst>
        </pc:spChg>
        <pc:spChg chg="mod">
          <ac:chgData name="Lorenz Schwerzmann" userId="ca477f67e433afcb" providerId="LiveId" clId="{D73CCC14-BF14-4B0F-971C-1BE1972D4A6E}" dt="2025-11-17T13:23:25.501" v="37" actId="1076"/>
          <ac:spMkLst>
            <pc:docMk/>
            <pc:sldMk cId="2899375389" sldId="262"/>
            <ac:spMk id="34" creationId="{6E32010B-1B67-82E1-7427-B3C3128355CF}"/>
          </ac:spMkLst>
        </pc:spChg>
        <pc:grpChg chg="mod">
          <ac:chgData name="Lorenz Schwerzmann" userId="ca477f67e433afcb" providerId="LiveId" clId="{D73CCC14-BF14-4B0F-971C-1BE1972D4A6E}" dt="2025-11-17T13:23:25.501" v="37" actId="1076"/>
          <ac:grpSpMkLst>
            <pc:docMk/>
            <pc:sldMk cId="2899375389" sldId="262"/>
            <ac:grpSpMk id="2" creationId="{63BA0BAE-A18A-9FB7-2179-2610E867B8FF}"/>
          </ac:grpSpMkLst>
        </pc:grpChg>
        <pc:grpChg chg="mod">
          <ac:chgData name="Lorenz Schwerzmann" userId="ca477f67e433afcb" providerId="LiveId" clId="{D73CCC14-BF14-4B0F-971C-1BE1972D4A6E}" dt="2025-11-17T13:23:25.501" v="37" actId="1076"/>
          <ac:grpSpMkLst>
            <pc:docMk/>
            <pc:sldMk cId="2899375389" sldId="262"/>
            <ac:grpSpMk id="3" creationId="{273E9484-4994-9FF5-BCB5-9AE489870B7E}"/>
          </ac:grpSpMkLst>
        </pc:grpChg>
        <pc:picChg chg="mod">
          <ac:chgData name="Lorenz Schwerzmann" userId="ca477f67e433afcb" providerId="LiveId" clId="{D73CCC14-BF14-4B0F-971C-1BE1972D4A6E}" dt="2025-11-17T13:23:25.501" v="37" actId="1076"/>
          <ac:picMkLst>
            <pc:docMk/>
            <pc:sldMk cId="2899375389" sldId="262"/>
            <ac:picMk id="6" creationId="{F7E623CD-9CDA-A374-3BAF-8C01D7D2BFCF}"/>
          </ac:picMkLst>
        </pc:picChg>
        <pc:picChg chg="mod">
          <ac:chgData name="Lorenz Schwerzmann" userId="ca477f67e433afcb" providerId="LiveId" clId="{D73CCC14-BF14-4B0F-971C-1BE1972D4A6E}" dt="2025-11-17T13:23:25.501" v="37" actId="1076"/>
          <ac:picMkLst>
            <pc:docMk/>
            <pc:sldMk cId="2899375389" sldId="262"/>
            <ac:picMk id="7" creationId="{E84A4988-24AB-F55F-26F2-E7BADC006D52}"/>
          </ac:picMkLst>
        </pc:picChg>
      </pc:sldChg>
      <pc:sldChg chg="add del">
        <pc:chgData name="Lorenz Schwerzmann" userId="ca477f67e433afcb" providerId="LiveId" clId="{D73CCC14-BF14-4B0F-971C-1BE1972D4A6E}" dt="2025-11-17T13:23:17.597" v="35"/>
        <pc:sldMkLst>
          <pc:docMk/>
          <pc:sldMk cId="3454604917" sldId="263"/>
        </pc:sldMkLst>
      </pc:sldChg>
      <pc:sldChg chg="addSp modSp add mod">
        <pc:chgData name="Lorenz Schwerzmann" userId="ca477f67e433afcb" providerId="LiveId" clId="{D73CCC14-BF14-4B0F-971C-1BE1972D4A6E}" dt="2025-11-17T13:25:38.756" v="75" actId="20577"/>
        <pc:sldMkLst>
          <pc:docMk/>
          <pc:sldMk cId="1044130706" sldId="264"/>
        </pc:sldMkLst>
        <pc:spChg chg="add mod">
          <ac:chgData name="Lorenz Schwerzmann" userId="ca477f67e433afcb" providerId="LiveId" clId="{D73CCC14-BF14-4B0F-971C-1BE1972D4A6E}" dt="2025-11-17T13:25:38.756" v="75" actId="20577"/>
          <ac:spMkLst>
            <pc:docMk/>
            <pc:sldMk cId="1044130706" sldId="264"/>
            <ac:spMk id="8" creationId="{33BE54C3-E15C-8875-2618-3147EF33D495}"/>
          </ac:spMkLst>
        </pc:spChg>
        <pc:spChg chg="mod">
          <ac:chgData name="Lorenz Schwerzmann" userId="ca477f67e433afcb" providerId="LiveId" clId="{D73CCC14-BF14-4B0F-971C-1BE1972D4A6E}" dt="2025-11-17T13:24:55.416" v="49" actId="404"/>
          <ac:spMkLst>
            <pc:docMk/>
            <pc:sldMk cId="1044130706" sldId="264"/>
            <ac:spMk id="34" creationId="{30A2A388-C544-721D-543B-B818B71888D1}"/>
          </ac:spMkLst>
        </pc:spChg>
        <pc:grpChg chg="mod">
          <ac:chgData name="Lorenz Schwerzmann" userId="ca477f67e433afcb" providerId="LiveId" clId="{D73CCC14-BF14-4B0F-971C-1BE1972D4A6E}" dt="2025-11-17T13:24:40.320" v="41" actId="1076"/>
          <ac:grpSpMkLst>
            <pc:docMk/>
            <pc:sldMk cId="1044130706" sldId="264"/>
            <ac:grpSpMk id="2" creationId="{987CB490-4ACE-22C5-7430-6F1502BE6C94}"/>
          </ac:grpSpMkLst>
        </pc:grpChg>
        <pc:grpChg chg="mod">
          <ac:chgData name="Lorenz Schwerzmann" userId="ca477f67e433afcb" providerId="LiveId" clId="{D73CCC14-BF14-4B0F-971C-1BE1972D4A6E}" dt="2025-11-17T13:24:40.320" v="41" actId="1076"/>
          <ac:grpSpMkLst>
            <pc:docMk/>
            <pc:sldMk cId="1044130706" sldId="264"/>
            <ac:grpSpMk id="3" creationId="{AB4DA7EA-F6D7-2CF7-9306-DF2B5267C928}"/>
          </ac:grpSpMkLst>
        </pc:grpChg>
        <pc:picChg chg="mod">
          <ac:chgData name="Lorenz Schwerzmann" userId="ca477f67e433afcb" providerId="LiveId" clId="{D73CCC14-BF14-4B0F-971C-1BE1972D4A6E}" dt="2025-11-17T13:24:40.320" v="41" actId="1076"/>
          <ac:picMkLst>
            <pc:docMk/>
            <pc:sldMk cId="1044130706" sldId="264"/>
            <ac:picMk id="6" creationId="{98F26FA8-0DA4-F466-9D93-6F7FE86848F5}"/>
          </ac:picMkLst>
        </pc:picChg>
        <pc:picChg chg="mod">
          <ac:chgData name="Lorenz Schwerzmann" userId="ca477f67e433afcb" providerId="LiveId" clId="{D73CCC14-BF14-4B0F-971C-1BE1972D4A6E}" dt="2025-11-17T13:24:40.320" v="41" actId="1076"/>
          <ac:picMkLst>
            <pc:docMk/>
            <pc:sldMk cId="1044130706" sldId="264"/>
            <ac:picMk id="14" creationId="{DAB61DA9-EE6D-71B6-0633-CE899E46F9D0}"/>
          </ac:picMkLst>
        </pc:picChg>
      </pc:sldChg>
      <pc:sldChg chg="modSp mod">
        <pc:chgData name="Lorenz Schwerzmann" userId="ca477f67e433afcb" providerId="LiveId" clId="{D73CCC14-BF14-4B0F-971C-1BE1972D4A6E}" dt="2025-11-17T14:52:08.109" v="76" actId="207"/>
        <pc:sldMkLst>
          <pc:docMk/>
          <pc:sldMk cId="1440625794" sldId="265"/>
        </pc:sldMkLst>
        <pc:spChg chg="mod">
          <ac:chgData name="Lorenz Schwerzmann" userId="ca477f67e433afcb" providerId="LiveId" clId="{D73CCC14-BF14-4B0F-971C-1BE1972D4A6E}" dt="2025-11-17T14:52:08.109" v="76" actId="207"/>
          <ac:spMkLst>
            <pc:docMk/>
            <pc:sldMk cId="1440625794" sldId="265"/>
            <ac:spMk id="14" creationId="{11B6184E-39C0-10EA-CC0A-F32C937C424E}"/>
          </ac:spMkLst>
        </pc:spChg>
      </pc:sldChg>
    </pc:docChg>
  </pc:docChgLst>
  <pc:docChgLst>
    <pc:chgData name="Gastbenutzer" providerId="Windows Live" clId="Web-{367039ED-FE3B-A14B-1C4B-26A523B33CCC}"/>
    <pc:docChg chg="addSld modSld">
      <pc:chgData name="Gastbenutzer" userId="" providerId="Windows Live" clId="Web-{367039ED-FE3B-A14B-1C4B-26A523B33CCC}" dt="2025-11-17T13:36:12.828" v="77" actId="20577"/>
      <pc:docMkLst>
        <pc:docMk/>
      </pc:docMkLst>
      <pc:sldChg chg="modSp">
        <pc:chgData name="Gastbenutzer" userId="" providerId="Windows Live" clId="Web-{367039ED-FE3B-A14B-1C4B-26A523B33CCC}" dt="2025-11-17T13:28:34.490" v="26" actId="1076"/>
        <pc:sldMkLst>
          <pc:docMk/>
          <pc:sldMk cId="3454604917" sldId="263"/>
        </pc:sldMkLst>
        <pc:spChg chg="mod">
          <ac:chgData name="Gastbenutzer" userId="" providerId="Windows Live" clId="Web-{367039ED-FE3B-A14B-1C4B-26A523B33CCC}" dt="2025-11-17T13:28:34.490" v="26" actId="1076"/>
          <ac:spMkLst>
            <pc:docMk/>
            <pc:sldMk cId="3454604917" sldId="263"/>
            <ac:spMk id="14" creationId="{21A0D6FF-A097-58DE-61A6-213DD78A84E7}"/>
          </ac:spMkLst>
        </pc:spChg>
      </pc:sldChg>
      <pc:sldChg chg="modSp">
        <pc:chgData name="Gastbenutzer" userId="" providerId="Windows Live" clId="Web-{367039ED-FE3B-A14B-1C4B-26A523B33CCC}" dt="2025-11-17T13:36:12.828" v="77" actId="20577"/>
        <pc:sldMkLst>
          <pc:docMk/>
          <pc:sldMk cId="1044130706" sldId="264"/>
        </pc:sldMkLst>
        <pc:spChg chg="mod">
          <ac:chgData name="Gastbenutzer" userId="" providerId="Windows Live" clId="Web-{367039ED-FE3B-A14B-1C4B-26A523B33CCC}" dt="2025-11-17T13:36:12.828" v="77" actId="20577"/>
          <ac:spMkLst>
            <pc:docMk/>
            <pc:sldMk cId="1044130706" sldId="264"/>
            <ac:spMk id="8" creationId="{33BE54C3-E15C-8875-2618-3147EF33D495}"/>
          </ac:spMkLst>
        </pc:spChg>
        <pc:spChg chg="mod">
          <ac:chgData name="Gastbenutzer" userId="" providerId="Windows Live" clId="Web-{367039ED-FE3B-A14B-1C4B-26A523B33CCC}" dt="2025-11-17T13:33:33.122" v="56" actId="14100"/>
          <ac:spMkLst>
            <pc:docMk/>
            <pc:sldMk cId="1044130706" sldId="264"/>
            <ac:spMk id="34" creationId="{30A2A388-C544-721D-543B-B818B71888D1}"/>
          </ac:spMkLst>
        </pc:spChg>
      </pc:sldChg>
      <pc:sldChg chg="addSp modSp add replId">
        <pc:chgData name="Gastbenutzer" userId="" providerId="Windows Live" clId="Web-{367039ED-FE3B-A14B-1C4B-26A523B33CCC}" dt="2025-11-17T13:34:42.326" v="61" actId="688"/>
        <pc:sldMkLst>
          <pc:docMk/>
          <pc:sldMk cId="1440625794" sldId="265"/>
        </pc:sldMkLst>
        <pc:spChg chg="add mod">
          <ac:chgData name="Gastbenutzer" userId="" providerId="Windows Live" clId="Web-{367039ED-FE3B-A14B-1C4B-26A523B33CCC}" dt="2025-11-17T13:34:42.326" v="61" actId="688"/>
          <ac:spMkLst>
            <pc:docMk/>
            <pc:sldMk cId="1440625794" sldId="265"/>
            <ac:spMk id="14" creationId="{11B6184E-39C0-10EA-CC0A-F32C937C424E}"/>
          </ac:spMkLst>
        </pc:spChg>
      </pc:sldChg>
      <pc:sldChg chg="modSp add replId">
        <pc:chgData name="Gastbenutzer" userId="" providerId="Windows Live" clId="Web-{367039ED-FE3B-A14B-1C4B-26A523B33CCC}" dt="2025-11-17T13:35:27.936" v="68" actId="1076"/>
        <pc:sldMkLst>
          <pc:docMk/>
          <pc:sldMk cId="1251008815" sldId="266"/>
        </pc:sldMkLst>
        <pc:spChg chg="mod">
          <ac:chgData name="Gastbenutzer" userId="" providerId="Windows Live" clId="Web-{367039ED-FE3B-A14B-1C4B-26A523B33CCC}" dt="2025-11-17T13:35:27.936" v="68" actId="1076"/>
          <ac:spMkLst>
            <pc:docMk/>
            <pc:sldMk cId="1251008815" sldId="266"/>
            <ac:spMk id="14" creationId="{BB63F86F-9403-D457-A5DD-1F3D0C56A0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8AB19-15C1-4589-9216-C99DD88FD48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5F4FA-E968-4C3C-AD1F-CE72B7E4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5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5F4FA-E968-4C3C-AD1F-CE72B7E4BC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D85B9-D1ED-BF25-C1E6-D62603E4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46894-81B8-A4D1-59EB-BD79707DD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D012E-B26A-13F2-90B2-B6C8A53BB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A5081-F0F2-D760-A669-9EB818809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5F4FA-E968-4C3C-AD1F-CE72B7E4BC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38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B9B8E-7DCA-6147-52CF-D2ECC6FA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63412-8C4E-494E-3F02-73B6607EC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BDB03-088C-602D-E464-387E66133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DE8C3-2AC8-EAFB-04B6-28EA84BC2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5F4FA-E968-4C3C-AD1F-CE72B7E4BC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63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38C7-1C91-D63B-16EC-F414D318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01811-161E-F7A6-C88F-A6B637350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8127B-511E-4891-8D46-703D7F1B2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2DD0-A51F-0E27-E69E-EF017A6CE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E5F4FA-E968-4C3C-AD1F-CE72B7E4BC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3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D734F-F445-6A90-0003-631182336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FC5D59-DF19-0220-266E-9A8A5B990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AA806C-AEEB-C81E-01A0-CF022A5E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EC87E-0DFC-FDA8-D2BE-33DDECEB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75468A-60CF-7EA9-855A-4636A24E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174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C13C2-5FC3-E456-2F48-2617F9AC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BACBA3-314D-2063-1011-5C2B40C1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378ACA-BF47-5728-8671-38B7872D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88B1F-8EF4-CF5D-CED7-2A7E3BBE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5A9054-4AB1-CD7F-333F-F5CDB020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311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07DBB-2D9B-5ADB-D5CD-DBAE6A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6B830F-F530-76DA-7687-BDDA95901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D5E553-5F37-D5AD-C5E0-8FA95B36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634FA2-595F-B0B3-D963-CB8198A1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C7D4D0-1A7B-5B66-607C-D34F3EDD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177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06B5F-5E44-B582-A177-7830DBEB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F7544D-884A-F6D5-DB61-C048AEDE5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11A61E-FCF1-BFC9-F1FD-16F55AA61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205470-E643-6236-B457-93733C84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8ED48A-B51B-9EE8-DEBD-8C2F675F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6961D0-1B61-331D-D2EC-82C0421F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315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0B037-8499-7100-F6B6-18F5C3BC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14F917-743C-541F-86F5-857BF168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5E537E-BD85-E6AC-BB9B-D5FF4A710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1D1F1B-A553-A983-2344-EED6B1C1A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9E2AEBC-F809-89BB-9FDF-0CB1F3ABA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BAFDDB-57D6-3D5C-FCF5-BF6C01F1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FEEE85-A9E4-B499-BC6F-BCC39F5C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5571DB-F9DE-378D-3D84-CA5D6D51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848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D07A81-4CC5-2CCF-135C-0C59F5A5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ADCF635-D5F6-3B79-EDB2-0F56921A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7371F6-C992-B458-DF80-FE6F6F00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642F49-BDA3-BB7F-A96A-1E17E96A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270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F13169-4847-E44E-A86F-CE42376F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6317F8-CA4D-1489-95A3-EDB3448B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D0A93F-7BBB-5FD9-58D6-37B1FC11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557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1B4CE-4F12-2BEA-448C-3FA1B52B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52886E-92E8-4714-918F-D28BA1400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9E7D5F-A8A0-1131-64A1-D881D374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466BD1-1BC1-282A-562E-D6ABC419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3BDC2A-899F-83AD-460C-2BD787CD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5450B2-AF1C-A0FD-0500-BB928ACD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678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917A9-7C24-17AB-06C6-FDB46FF7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5FB6F65-96E1-AFB1-DAE5-B9A9903C5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59A608-5C24-25D3-93CB-1DCDD11B1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38034-23FF-8C61-8423-F141BEBE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AC415A-CCA2-F5CB-E571-1E3252F8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75A76D-D479-B549-2B47-48FAA61A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3438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F7388-0C1A-6D7C-789D-03CBEBEE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700BBB-5586-AAA5-C9E6-FE00CE1D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6A3C6A-4137-F5AF-F292-CC839011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8A9EA5-948D-A773-C0D5-B44D5F37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B0A059-610B-DEF3-C2AA-88303184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7677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535309-A66E-AD8E-FDEA-E2798E242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68FA66-DAB0-E0E9-8F72-F6E75345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A081F0-48B0-587E-47CC-0AEA92BF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6D445-B5AC-9FB3-7EAD-8437314F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2A19A2-35B2-3241-F62A-18A7E58D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539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3BFC085-75AE-F96B-360E-2F7C5031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4AA40E-5C41-775E-3ABB-246232EC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CB25D9-BC44-2854-105A-861F550AF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6B2BF-F0DB-4400-B84D-6B463BB4E36C}" type="datetimeFigureOut">
              <a:rPr lang="de-CH" smtClean="0"/>
              <a:t>17.11.2025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59201-C745-09D3-C08F-04A5A14B9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38452-3C27-261D-110D-D73310EFB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0F5AC-A2A0-42CC-BD41-1359AC44F66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555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F7E623CD-9CDA-A374-3BAF-8C01D7D2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257" y="-478730"/>
            <a:ext cx="2570397" cy="3286076"/>
          </a:xfrm>
          <a:prstGeom prst="rect">
            <a:avLst/>
          </a:prstGeom>
        </p:spPr>
      </p:pic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E84A4988-24AB-F55F-26F2-E7BADC006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679" y="3997128"/>
            <a:ext cx="2674088" cy="3418638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DE206EA7-A4C5-6A4A-D1A7-D4C1BE83D2D9}"/>
              </a:ext>
            </a:extLst>
          </p:cNvPr>
          <p:cNvSpPr/>
          <p:nvPr/>
        </p:nvSpPr>
        <p:spPr>
          <a:xfrm>
            <a:off x="4984023" y="2427251"/>
            <a:ext cx="170907" cy="47934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Halbbogen 20">
            <a:extLst>
              <a:ext uri="{FF2B5EF4-FFF2-40B4-BE49-F238E27FC236}">
                <a16:creationId xmlns:a16="http://schemas.microsoft.com/office/drawing/2014/main" id="{C4C4C9D4-7DC3-3680-BB1C-EBFA51A2C232}"/>
              </a:ext>
            </a:extLst>
          </p:cNvPr>
          <p:cNvSpPr/>
          <p:nvPr/>
        </p:nvSpPr>
        <p:spPr>
          <a:xfrm flipV="1">
            <a:off x="4434840" y="1885949"/>
            <a:ext cx="1056592" cy="623555"/>
          </a:xfrm>
          <a:prstGeom prst="blockArc">
            <a:avLst>
              <a:gd name="adj1" fmla="val 12411777"/>
              <a:gd name="adj2" fmla="val 20950339"/>
              <a:gd name="adj3" fmla="val 20835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A945D94B-5ACB-B0AF-7B97-E3C4E6EF1605}"/>
              </a:ext>
            </a:extLst>
          </p:cNvPr>
          <p:cNvGrpSpPr/>
          <p:nvPr/>
        </p:nvGrpSpPr>
        <p:grpSpPr>
          <a:xfrm>
            <a:off x="4207986" y="2807346"/>
            <a:ext cx="1711549" cy="1725152"/>
            <a:chOff x="7458495" y="1680210"/>
            <a:chExt cx="3191609" cy="3218400"/>
          </a:xfrm>
        </p:grpSpPr>
        <p:sp>
          <p:nvSpPr>
            <p:cNvPr id="25" name="Kreis: nicht ausgefüllt 24">
              <a:extLst>
                <a:ext uri="{FF2B5EF4-FFF2-40B4-BE49-F238E27FC236}">
                  <a16:creationId xmlns:a16="http://schemas.microsoft.com/office/drawing/2014/main" id="{DEBC643E-E94C-6537-F9CB-B69DF96202B5}"/>
                </a:ext>
              </a:extLst>
            </p:cNvPr>
            <p:cNvSpPr/>
            <p:nvPr/>
          </p:nvSpPr>
          <p:spPr>
            <a:xfrm>
              <a:off x="7496577" y="1708785"/>
              <a:ext cx="3138244" cy="3172025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3FF2EAA6-7FEC-AE25-570E-AAB5E5BC06B6}"/>
                </a:ext>
              </a:extLst>
            </p:cNvPr>
            <p:cNvSpPr/>
            <p:nvPr/>
          </p:nvSpPr>
          <p:spPr>
            <a:xfrm>
              <a:off x="7458495" y="1680210"/>
              <a:ext cx="3191609" cy="3218400"/>
            </a:xfrm>
            <a:prstGeom prst="ellipse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7" name="Halbbogen 26">
            <a:extLst>
              <a:ext uri="{FF2B5EF4-FFF2-40B4-BE49-F238E27FC236}">
                <a16:creationId xmlns:a16="http://schemas.microsoft.com/office/drawing/2014/main" id="{CA71F203-626E-8D21-B99F-2A3434E2407D}"/>
              </a:ext>
            </a:extLst>
          </p:cNvPr>
          <p:cNvSpPr/>
          <p:nvPr/>
        </p:nvSpPr>
        <p:spPr>
          <a:xfrm>
            <a:off x="4909770" y="2860685"/>
            <a:ext cx="496620" cy="1725152"/>
          </a:xfrm>
          <a:prstGeom prst="blockArc">
            <a:avLst>
              <a:gd name="adj1" fmla="val 10800000"/>
              <a:gd name="adj2" fmla="val 15964086"/>
              <a:gd name="adj3" fmla="val 33763"/>
            </a:avLst>
          </a:prstGeom>
          <a:solidFill>
            <a:schemeClr val="bg2">
              <a:lumMod val="25000"/>
            </a:schemeClr>
          </a:solidFill>
          <a:ln w="762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9" name="Halbbogen 28">
            <a:extLst>
              <a:ext uri="{FF2B5EF4-FFF2-40B4-BE49-F238E27FC236}">
                <a16:creationId xmlns:a16="http://schemas.microsoft.com/office/drawing/2014/main" id="{460317E2-CFF7-4392-C3C5-CE5964BC15F3}"/>
              </a:ext>
            </a:extLst>
          </p:cNvPr>
          <p:cNvSpPr/>
          <p:nvPr/>
        </p:nvSpPr>
        <p:spPr>
          <a:xfrm>
            <a:off x="4835160" y="2664802"/>
            <a:ext cx="457200" cy="582930"/>
          </a:xfrm>
          <a:prstGeom prst="blockArc">
            <a:avLst>
              <a:gd name="adj1" fmla="val 10800000"/>
              <a:gd name="adj2" fmla="val 0"/>
              <a:gd name="adj3" fmla="val 375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E9E5EF9-7F9F-9CB0-B1F9-E50D4F2E3DF4}"/>
              </a:ext>
            </a:extLst>
          </p:cNvPr>
          <p:cNvSpPr txBox="1"/>
          <p:nvPr/>
        </p:nvSpPr>
        <p:spPr>
          <a:xfrm>
            <a:off x="2764917" y="335330"/>
            <a:ext cx="1199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6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The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48ADA29-48D7-B21C-68BA-F5148BCDBF78}"/>
              </a:ext>
            </a:extLst>
          </p:cNvPr>
          <p:cNvSpPr txBox="1"/>
          <p:nvPr/>
        </p:nvSpPr>
        <p:spPr>
          <a:xfrm>
            <a:off x="3560167" y="244205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6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41E84D6-5D9D-EE35-EBB8-B47C069A231D}"/>
              </a:ext>
            </a:extLst>
          </p:cNvPr>
          <p:cNvSpPr txBox="1"/>
          <p:nvPr/>
        </p:nvSpPr>
        <p:spPr>
          <a:xfrm>
            <a:off x="5657923" y="1409585"/>
            <a:ext cx="1781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94FE9C0-9647-C121-A2F7-19B2A58AB756}"/>
              </a:ext>
            </a:extLst>
          </p:cNvPr>
          <p:cNvSpPr txBox="1"/>
          <p:nvPr/>
        </p:nvSpPr>
        <p:spPr>
          <a:xfrm>
            <a:off x="5931761" y="3648124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E32010B-1B67-82E1-7427-B3C3128355CF}"/>
              </a:ext>
            </a:extLst>
          </p:cNvPr>
          <p:cNvSpPr txBox="1"/>
          <p:nvPr/>
        </p:nvSpPr>
        <p:spPr>
          <a:xfrm>
            <a:off x="5749543" y="5955243"/>
            <a:ext cx="1794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95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F7E623CD-9CDA-A374-3BAF-8C01D7D2B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94" y="474238"/>
            <a:ext cx="2088643" cy="2670186"/>
          </a:xfrm>
          <a:prstGeom prst="rect">
            <a:avLst/>
          </a:prstGeom>
        </p:spPr>
      </p:pic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E84A4988-24AB-F55F-26F2-E7BADC00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69" y="4230321"/>
            <a:ext cx="2055393" cy="2627679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3BA0BAE-A18A-9FB7-2179-2610E867B8FF}"/>
              </a:ext>
            </a:extLst>
          </p:cNvPr>
          <p:cNvGrpSpPr/>
          <p:nvPr/>
        </p:nvGrpSpPr>
        <p:grpSpPr>
          <a:xfrm>
            <a:off x="5166180" y="2061011"/>
            <a:ext cx="1711549" cy="2699888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E206EA7-A4C5-6A4A-D1A7-D4C1BE83D2D9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C4C4C9D4-7DC3-3680-BB1C-EBFA51A2C23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A945D94B-5ACB-B0AF-7B97-E3C4E6EF1605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DEBC643E-E94C-6537-F9CB-B69DF96202B5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3FF2EAA6-7FEC-AE25-570E-AAB5E5BC06B6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CA71F203-626E-8D21-B99F-2A3434E2407D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460317E2-CFF7-4392-C3C5-CE5964BC15F3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6E32010B-1B67-82E1-7427-B3C3128355CF}"/>
              </a:ext>
            </a:extLst>
          </p:cNvPr>
          <p:cNvSpPr txBox="1"/>
          <p:nvPr/>
        </p:nvSpPr>
        <p:spPr>
          <a:xfrm>
            <a:off x="7435294" y="5631583"/>
            <a:ext cx="179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3E9484-4994-9FF5-BCB5-9AE489870B7E}"/>
              </a:ext>
            </a:extLst>
          </p:cNvPr>
          <p:cNvGrpSpPr/>
          <p:nvPr/>
        </p:nvGrpSpPr>
        <p:grpSpPr>
          <a:xfrm>
            <a:off x="3983533" y="1834927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9639178-C1F7-B9D2-54F5-F92DF056A18C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10C1F1F8-5065-E0E3-96E6-7759CCC30346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37C79D8A-A679-8B24-E3B4-3CB7711BD137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4AE8A7D4-40D8-18CE-F285-C5F8581A32D6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37163A2B-7B41-5FF8-3A77-8C3244AA09AF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8991951B-00ED-0FA6-AFFD-3AC9C8502107}"/>
              </a:ext>
            </a:extLst>
          </p:cNvPr>
          <p:cNvSpPr txBox="1"/>
          <p:nvPr/>
        </p:nvSpPr>
        <p:spPr>
          <a:xfrm>
            <a:off x="6845775" y="3684457"/>
            <a:ext cx="110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3FE821-98CF-6382-DFF4-1F523A489911}"/>
              </a:ext>
            </a:extLst>
          </p:cNvPr>
          <p:cNvSpPr txBox="1"/>
          <p:nvPr/>
        </p:nvSpPr>
        <p:spPr>
          <a:xfrm>
            <a:off x="4997648" y="2414732"/>
            <a:ext cx="678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8F7A149-E5A2-DDB2-C8A2-74B581424901}"/>
              </a:ext>
            </a:extLst>
          </p:cNvPr>
          <p:cNvSpPr txBox="1"/>
          <p:nvPr/>
        </p:nvSpPr>
        <p:spPr>
          <a:xfrm>
            <a:off x="4367566" y="1181370"/>
            <a:ext cx="178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37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143C-8AF1-E0CF-3C56-CE6DD1FD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B78733B5-B68B-1C0B-F438-570CDA1B6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94" y="474238"/>
            <a:ext cx="2088643" cy="2670186"/>
          </a:xfrm>
          <a:prstGeom prst="rect">
            <a:avLst/>
          </a:prstGeom>
        </p:spPr>
      </p:pic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F2CF15C4-3C33-D26A-D91A-3176521B9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69" y="4230321"/>
            <a:ext cx="2055393" cy="2627679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336E78A-B390-8D83-CD22-665AC3450853}"/>
              </a:ext>
            </a:extLst>
          </p:cNvPr>
          <p:cNvGrpSpPr/>
          <p:nvPr/>
        </p:nvGrpSpPr>
        <p:grpSpPr>
          <a:xfrm>
            <a:off x="5166180" y="2061011"/>
            <a:ext cx="1711549" cy="2699888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A9C44855-7232-9C11-053C-2C5EC32D42E4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A30F282E-4D1F-8E7A-1BCA-85630EB13F1C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6AD292EC-B0D6-0BF8-4F8C-A667A14428CA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CF82738F-DA28-2EFE-9132-AAF9C18B40F6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DA1A7260-88C2-9CD8-0AAD-9B07F3E713D9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2F23E367-B674-183F-E56A-6124EC601419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0439B672-355A-82C2-99B4-BCE0012AD5F4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B066D667-AEDC-9160-9EBB-482A2E7302E2}"/>
              </a:ext>
            </a:extLst>
          </p:cNvPr>
          <p:cNvSpPr txBox="1"/>
          <p:nvPr/>
        </p:nvSpPr>
        <p:spPr>
          <a:xfrm>
            <a:off x="7435294" y="5631583"/>
            <a:ext cx="179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52ADACF-4621-7FAC-A1C5-BD438C5547A5}"/>
              </a:ext>
            </a:extLst>
          </p:cNvPr>
          <p:cNvGrpSpPr/>
          <p:nvPr/>
        </p:nvGrpSpPr>
        <p:grpSpPr>
          <a:xfrm>
            <a:off x="3983533" y="1834927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CD440D8-A8B1-982D-E394-3C4709FEAD6A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BC630CFA-37C4-EFE1-4246-224C3C92706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4C77DE22-D8CC-75CE-F116-98AE5CDC9424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896043F8-8F7F-55CE-4457-C94AF1B359C8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6C327100-9A8A-A1F7-A5B8-A26A064C6CD4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E3419088-A806-264E-8441-A247CEAF990E}"/>
              </a:ext>
            </a:extLst>
          </p:cNvPr>
          <p:cNvSpPr txBox="1"/>
          <p:nvPr/>
        </p:nvSpPr>
        <p:spPr>
          <a:xfrm>
            <a:off x="6845775" y="3684457"/>
            <a:ext cx="110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96E68E0-99A9-CF09-48AB-F1A7580B7FBB}"/>
              </a:ext>
            </a:extLst>
          </p:cNvPr>
          <p:cNvSpPr txBox="1"/>
          <p:nvPr/>
        </p:nvSpPr>
        <p:spPr>
          <a:xfrm>
            <a:off x="4997648" y="2414732"/>
            <a:ext cx="678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57B0737-34C1-A780-7C66-F543F8F24E69}"/>
              </a:ext>
            </a:extLst>
          </p:cNvPr>
          <p:cNvSpPr txBox="1"/>
          <p:nvPr/>
        </p:nvSpPr>
        <p:spPr>
          <a:xfrm>
            <a:off x="4367566" y="1181370"/>
            <a:ext cx="178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1B6184E-39C0-10EA-CC0A-F32C937C424E}"/>
              </a:ext>
            </a:extLst>
          </p:cNvPr>
          <p:cNvSpPr txBox="1"/>
          <p:nvPr/>
        </p:nvSpPr>
        <p:spPr>
          <a:xfrm rot="2700000">
            <a:off x="1998288" y="4339007"/>
            <a:ext cx="4185314" cy="7797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3216"/>
              </a:lnSpc>
            </a:pPr>
            <a:r>
              <a:rPr lang="de-CH" sz="3600">
                <a:solidFill>
                  <a:schemeClr val="bg2">
                    <a:lumMod val="25000"/>
                  </a:schemeClr>
                </a:solidFill>
                <a:latin typeface="Gill Sans Nova Ultra Bold"/>
              </a:rPr>
              <a:t>woow-thun.ch</a:t>
            </a:r>
            <a:r>
              <a:rPr lang="de-CH" sz="3600" b="0" i="0">
                <a:solidFill>
                  <a:schemeClr val="bg2">
                    <a:lumMod val="25000"/>
                  </a:schemeClr>
                </a:solidFill>
                <a:latin typeface="Gill Sans Nova Ultra Bold"/>
              </a:rPr>
              <a:t>​</a:t>
            </a:r>
          </a:p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62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47208-FD3E-9281-35DB-01D7F506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892E8863-5D62-8FBB-498B-6FEAAE1D1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94" y="474238"/>
            <a:ext cx="2088643" cy="2670186"/>
          </a:xfrm>
          <a:prstGeom prst="rect">
            <a:avLst/>
          </a:prstGeom>
        </p:spPr>
      </p:pic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BD949257-855C-C29B-17F4-8267AA0F7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69" y="4230321"/>
            <a:ext cx="2055393" cy="2627679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E6CB8BC-E109-F3B5-B92A-D5CA3443B2CE}"/>
              </a:ext>
            </a:extLst>
          </p:cNvPr>
          <p:cNvGrpSpPr/>
          <p:nvPr/>
        </p:nvGrpSpPr>
        <p:grpSpPr>
          <a:xfrm>
            <a:off x="5166180" y="2061011"/>
            <a:ext cx="1711549" cy="2699888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4213831-9A50-F714-E6E8-7B1D6B64F0DD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E541A163-79C6-582D-2FBF-1A126E38352D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95D9E1F6-90F0-0072-1AF4-CC3BC803707F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9477452A-1885-C5F8-359A-2CBC06ED4111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0CF8B612-739C-E958-4D46-AD2DF5DB3667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512FC71E-B815-78E1-C6C2-3B4ED5349572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27806139-DCAE-96DA-1C04-C74B414514D1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DE9E5D3F-0B1B-CAF9-6069-D7D608475A9A}"/>
              </a:ext>
            </a:extLst>
          </p:cNvPr>
          <p:cNvSpPr txBox="1"/>
          <p:nvPr/>
        </p:nvSpPr>
        <p:spPr>
          <a:xfrm>
            <a:off x="7435294" y="5631583"/>
            <a:ext cx="179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BB0140C-451D-CDF4-99D4-518C24B792CC}"/>
              </a:ext>
            </a:extLst>
          </p:cNvPr>
          <p:cNvGrpSpPr/>
          <p:nvPr/>
        </p:nvGrpSpPr>
        <p:grpSpPr>
          <a:xfrm>
            <a:off x="3983533" y="1834927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E012F36F-3DFB-53FC-F2B3-9C14B0922CF6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5823DF38-36B1-00B3-5859-B1C8F4597310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E420AD79-8B35-A5A0-CC68-6083DBFE2CD6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9ED51696-0A5F-8B59-6AA4-3B5BC1659BFB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EED0E15D-EAB1-887D-8C5B-57585CFEE045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05D56E70-4689-AA06-859E-9027CA7ABA89}"/>
              </a:ext>
            </a:extLst>
          </p:cNvPr>
          <p:cNvSpPr txBox="1"/>
          <p:nvPr/>
        </p:nvSpPr>
        <p:spPr>
          <a:xfrm>
            <a:off x="6845775" y="3684457"/>
            <a:ext cx="110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563181B-E08D-FB2B-8F0F-0ED30A0F402F}"/>
              </a:ext>
            </a:extLst>
          </p:cNvPr>
          <p:cNvSpPr txBox="1"/>
          <p:nvPr/>
        </p:nvSpPr>
        <p:spPr>
          <a:xfrm>
            <a:off x="4997648" y="2414732"/>
            <a:ext cx="678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AA199A7-902E-6DFA-F964-144E01919EEF}"/>
              </a:ext>
            </a:extLst>
          </p:cNvPr>
          <p:cNvSpPr txBox="1"/>
          <p:nvPr/>
        </p:nvSpPr>
        <p:spPr>
          <a:xfrm>
            <a:off x="4367566" y="1181370"/>
            <a:ext cx="178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B63F86F-9403-D457-A5DD-1F3D0C56A0BE}"/>
              </a:ext>
            </a:extLst>
          </p:cNvPr>
          <p:cNvSpPr txBox="1"/>
          <p:nvPr/>
        </p:nvSpPr>
        <p:spPr>
          <a:xfrm rot="1560000">
            <a:off x="2536916" y="4664099"/>
            <a:ext cx="2945101" cy="7797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216"/>
              </a:lnSpc>
            </a:pPr>
            <a:r>
              <a:rPr lang="de-CH" sz="3200" err="1">
                <a:latin typeface="Gill Sans Nova Ultra Bold"/>
              </a:rPr>
              <a:t>woow-thun</a:t>
            </a:r>
            <a:endParaRPr lang="de-CH" sz="3200" b="0" i="0" err="1">
              <a:latin typeface="Gill Sans Nova Ultra Bold"/>
            </a:endParaRPr>
          </a:p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00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FD95-C9BB-3A97-D42C-E7F2B24D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8C0C935B-58C3-F8D1-FA83-1D02DA888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18" y="0"/>
            <a:ext cx="2088643" cy="2670186"/>
          </a:xfrm>
          <a:prstGeom prst="rect">
            <a:avLst/>
          </a:prstGeom>
        </p:spPr>
      </p:pic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0445A4EA-FEEE-1F85-A660-FF1070793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293" y="3756083"/>
            <a:ext cx="2055393" cy="2627679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1D70094-4F95-5E8B-9614-E311D25D3CB2}"/>
              </a:ext>
            </a:extLst>
          </p:cNvPr>
          <p:cNvGrpSpPr/>
          <p:nvPr/>
        </p:nvGrpSpPr>
        <p:grpSpPr>
          <a:xfrm>
            <a:off x="5129604" y="1586773"/>
            <a:ext cx="1711549" cy="2699888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0481FDAA-C978-7C87-2431-7E5F454285C4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5FB2DF90-0FBA-9218-C88E-BDD3BA58D94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75DF53E2-109B-C07B-735F-8FDDED01CE5D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C381A8AD-0EB3-0C1F-2570-9029F10A90BD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6BA228B3-4D23-DCC0-FC91-6A3CC86CFFB3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4DB8640F-20D0-0BD8-7F48-F15E736634E8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83E3D6E5-F27D-23DD-8D48-23C07F0C4CCF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5CDF95DB-CF9F-4829-B26D-EBC6C1D2CA5F}"/>
              </a:ext>
            </a:extLst>
          </p:cNvPr>
          <p:cNvSpPr txBox="1"/>
          <p:nvPr/>
        </p:nvSpPr>
        <p:spPr>
          <a:xfrm>
            <a:off x="7398718" y="5157345"/>
            <a:ext cx="179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7931CC0-0ABE-D57B-DB10-1AD7CDE2EE9A}"/>
              </a:ext>
            </a:extLst>
          </p:cNvPr>
          <p:cNvGrpSpPr/>
          <p:nvPr/>
        </p:nvGrpSpPr>
        <p:grpSpPr>
          <a:xfrm>
            <a:off x="3946957" y="1360689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E296E864-17BF-1943-FDD0-16C1DBDF9EE4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F7C72A3D-ACF3-F18F-885F-27B8F5ABD6A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1BFB3E0E-794C-9CF8-DF99-7C83839797E0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3E68360E-FE9E-0120-D2E3-74760C1302B7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353A447E-5FB5-EA02-9EA7-F44078548C1F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0CFF488A-8D42-DA27-015B-D00A00E373F3}"/>
              </a:ext>
            </a:extLst>
          </p:cNvPr>
          <p:cNvSpPr txBox="1"/>
          <p:nvPr/>
        </p:nvSpPr>
        <p:spPr>
          <a:xfrm>
            <a:off x="6809199" y="3210219"/>
            <a:ext cx="110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588C285-EF0B-2E56-0B1C-421E4B85B2A6}"/>
              </a:ext>
            </a:extLst>
          </p:cNvPr>
          <p:cNvSpPr txBox="1"/>
          <p:nvPr/>
        </p:nvSpPr>
        <p:spPr>
          <a:xfrm>
            <a:off x="4961072" y="1940494"/>
            <a:ext cx="678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812E621-581E-947D-7417-F4C3B8A98BB0}"/>
              </a:ext>
            </a:extLst>
          </p:cNvPr>
          <p:cNvSpPr txBox="1"/>
          <p:nvPr/>
        </p:nvSpPr>
        <p:spPr>
          <a:xfrm>
            <a:off x="4330990" y="707132"/>
            <a:ext cx="178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14" name="Textfeld 33">
            <a:extLst>
              <a:ext uri="{FF2B5EF4-FFF2-40B4-BE49-F238E27FC236}">
                <a16:creationId xmlns:a16="http://schemas.microsoft.com/office/drawing/2014/main" id="{21A0D6FF-A097-58DE-61A6-213DD78A84E7}"/>
              </a:ext>
            </a:extLst>
          </p:cNvPr>
          <p:cNvSpPr txBox="1"/>
          <p:nvPr/>
        </p:nvSpPr>
        <p:spPr>
          <a:xfrm>
            <a:off x="3905015" y="5992454"/>
            <a:ext cx="4158318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de-CH" sz="3600">
                <a:solidFill>
                  <a:schemeClr val="bg2">
                    <a:lumMod val="25000"/>
                  </a:schemeClr>
                </a:solidFill>
                <a:latin typeface="Gill Sans Nova Ultra Bold"/>
              </a:rPr>
              <a:t>woow-thun.ch</a:t>
            </a:r>
          </a:p>
        </p:txBody>
      </p:sp>
    </p:spTree>
    <p:extLst>
      <p:ext uri="{BB962C8B-B14F-4D97-AF65-F5344CB8AC3E}">
        <p14:creationId xmlns:p14="http://schemas.microsoft.com/office/powerpoint/2010/main" val="345460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E84A4988-24AB-F55F-26F2-E7BADC006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434" y="4521279"/>
            <a:ext cx="1794082" cy="2293611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3BA0BAE-A18A-9FB7-2179-2610E867B8FF}"/>
              </a:ext>
            </a:extLst>
          </p:cNvPr>
          <p:cNvGrpSpPr/>
          <p:nvPr/>
        </p:nvGrpSpPr>
        <p:grpSpPr>
          <a:xfrm>
            <a:off x="5153988" y="2344345"/>
            <a:ext cx="1711549" cy="2699888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E206EA7-A4C5-6A4A-D1A7-D4C1BE83D2D9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C4C4C9D4-7DC3-3680-BB1C-EBFA51A2C23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A945D94B-5ACB-B0AF-7B97-E3C4E6EF1605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DEBC643E-E94C-6537-F9CB-B69DF96202B5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3FF2EAA6-7FEC-AE25-570E-AAB5E5BC06B6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CA71F203-626E-8D21-B99F-2A3434E2407D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460317E2-CFF7-4392-C3C5-CE5964BC15F3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6E32010B-1B67-82E1-7427-B3C3128355CF}"/>
              </a:ext>
            </a:extLst>
          </p:cNvPr>
          <p:cNvSpPr txBox="1"/>
          <p:nvPr/>
        </p:nvSpPr>
        <p:spPr>
          <a:xfrm>
            <a:off x="7941579" y="5623509"/>
            <a:ext cx="1794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heel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3E9484-4994-9FF5-BCB5-9AE489870B7E}"/>
              </a:ext>
            </a:extLst>
          </p:cNvPr>
          <p:cNvGrpSpPr/>
          <p:nvPr/>
        </p:nvGrpSpPr>
        <p:grpSpPr>
          <a:xfrm>
            <a:off x="3971341" y="2118261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9639178-C1F7-B9D2-54F5-F92DF056A18C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10C1F1F8-5065-E0E3-96E6-7759CCC30346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37C79D8A-A679-8B24-E3B4-3CB7711BD137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4AE8A7D4-40D8-18CE-F285-C5F8581A32D6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37163A2B-7B41-5FF8-3A77-8C3244AA09AF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8991951B-00ED-0FA6-AFFD-3AC9C8502107}"/>
              </a:ext>
            </a:extLst>
          </p:cNvPr>
          <p:cNvSpPr txBox="1"/>
          <p:nvPr/>
        </p:nvSpPr>
        <p:spPr>
          <a:xfrm>
            <a:off x="6833583" y="3967791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3FE821-98CF-6382-DFF4-1F523A489911}"/>
              </a:ext>
            </a:extLst>
          </p:cNvPr>
          <p:cNvSpPr txBox="1"/>
          <p:nvPr/>
        </p:nvSpPr>
        <p:spPr>
          <a:xfrm>
            <a:off x="4985456" y="2698066"/>
            <a:ext cx="6783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8F7A149-E5A2-DDB2-C8A2-74B581424901}"/>
              </a:ext>
            </a:extLst>
          </p:cNvPr>
          <p:cNvSpPr txBox="1"/>
          <p:nvPr/>
        </p:nvSpPr>
        <p:spPr>
          <a:xfrm>
            <a:off x="4263167" y="1474368"/>
            <a:ext cx="1781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8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orld</a:t>
            </a:r>
            <a:endParaRPr lang="de-CH" sz="4800">
              <a:solidFill>
                <a:schemeClr val="bg2">
                  <a:lumMod val="25000"/>
                </a:schemeClr>
              </a:solidFill>
              <a:latin typeface="Gill Sans Nova Ultra Bold" panose="020B0B02020104020203" pitchFamily="34" charset="0"/>
            </a:endParaRPr>
          </a:p>
        </p:txBody>
      </p:sp>
      <p:pic>
        <p:nvPicPr>
          <p:cNvPr id="14" name="Grafik 13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3B3A4C58-28BE-2C99-B88A-848C8977A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268" y="1073557"/>
            <a:ext cx="1794082" cy="229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F7E623CD-9CDA-A374-3BAF-8C01D7D2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74" y="759082"/>
            <a:ext cx="2313375" cy="2957490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3BA0BAE-A18A-9FB7-2179-2610E867B8FF}"/>
              </a:ext>
            </a:extLst>
          </p:cNvPr>
          <p:cNvGrpSpPr/>
          <p:nvPr/>
        </p:nvGrpSpPr>
        <p:grpSpPr>
          <a:xfrm>
            <a:off x="5594869" y="757572"/>
            <a:ext cx="1582922" cy="2443576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E206EA7-A4C5-6A4A-D1A7-D4C1BE83D2D9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C4C4C9D4-7DC3-3680-BB1C-EBFA51A2C232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A945D94B-5ACB-B0AF-7B97-E3C4E6EF1605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DEBC643E-E94C-6537-F9CB-B69DF96202B5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3FF2EAA6-7FEC-AE25-570E-AAB5E5BC06B6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CA71F203-626E-8D21-B99F-2A3434E2407D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460317E2-CFF7-4392-C3C5-CE5964BC15F3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6E32010B-1B67-82E1-7427-B3C3128355CF}"/>
              </a:ext>
            </a:extLst>
          </p:cNvPr>
          <p:cNvSpPr txBox="1"/>
          <p:nvPr/>
        </p:nvSpPr>
        <p:spPr>
          <a:xfrm>
            <a:off x="2510483" y="3272204"/>
            <a:ext cx="6577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40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World on </a:t>
            </a:r>
            <a:r>
              <a:rPr lang="de-CH" sz="40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One</a:t>
            </a:r>
            <a:r>
              <a:rPr lang="de-CH" sz="40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 Wheel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73E9484-4994-9FF5-BCB5-9AE489870B7E}"/>
              </a:ext>
            </a:extLst>
          </p:cNvPr>
          <p:cNvGrpSpPr/>
          <p:nvPr/>
        </p:nvGrpSpPr>
        <p:grpSpPr>
          <a:xfrm>
            <a:off x="4335793" y="1462485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A9639178-C1F7-B9D2-54F5-F92DF056A18C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10C1F1F8-5065-E0E3-96E6-7759CCC30346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37C79D8A-A679-8B24-E3B4-3CB7711BD137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4AE8A7D4-40D8-18CE-F285-C5F8581A32D6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37163A2B-7B41-5FF8-3A77-8C3244AA09AF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pic>
        <p:nvPicPr>
          <p:cNvPr id="14" name="Grafik 13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D061418F-5D2D-884D-69C6-F1DB3294D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902" y="900205"/>
            <a:ext cx="2313375" cy="29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3FA0-12FA-0542-63FC-D77B6594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98F26FA8-0DA4-F466-9D93-6F7FE8684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22" y="1466218"/>
            <a:ext cx="2313375" cy="2957490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87CB490-4ACE-22C5-7430-6F1502BE6C94}"/>
              </a:ext>
            </a:extLst>
          </p:cNvPr>
          <p:cNvGrpSpPr/>
          <p:nvPr/>
        </p:nvGrpSpPr>
        <p:grpSpPr>
          <a:xfrm>
            <a:off x="3997717" y="1464708"/>
            <a:ext cx="1582922" cy="2443576"/>
            <a:chOff x="4207986" y="1885949"/>
            <a:chExt cx="1711549" cy="2699888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8B1876D-1230-E469-0A46-CA7863B8A2DC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Halbbogen 20">
              <a:extLst>
                <a:ext uri="{FF2B5EF4-FFF2-40B4-BE49-F238E27FC236}">
                  <a16:creationId xmlns:a16="http://schemas.microsoft.com/office/drawing/2014/main" id="{A838211C-FC82-74AA-6895-8B634D0494DD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3CE65282-3DF7-5410-0461-B197A5276A71}"/>
                </a:ext>
              </a:extLst>
            </p:cNvPr>
            <p:cNvGrpSpPr/>
            <p:nvPr/>
          </p:nvGrpSpPr>
          <p:grpSpPr>
            <a:xfrm>
              <a:off x="4207986" y="2807346"/>
              <a:ext cx="1711549" cy="1725152"/>
              <a:chOff x="7458495" y="1680210"/>
              <a:chExt cx="3191609" cy="3218400"/>
            </a:xfrm>
          </p:grpSpPr>
          <p:sp>
            <p:nvSpPr>
              <p:cNvPr id="25" name="Kreis: nicht ausgefüllt 24">
                <a:extLst>
                  <a:ext uri="{FF2B5EF4-FFF2-40B4-BE49-F238E27FC236}">
                    <a16:creationId xmlns:a16="http://schemas.microsoft.com/office/drawing/2014/main" id="{FFECEB2D-2C39-BE06-AC04-820DBF23E752}"/>
                  </a:ext>
                </a:extLst>
              </p:cNvPr>
              <p:cNvSpPr/>
              <p:nvPr/>
            </p:nvSpPr>
            <p:spPr>
              <a:xfrm>
                <a:off x="7496577" y="1708785"/>
                <a:ext cx="3138244" cy="3172025"/>
              </a:xfrm>
              <a:prstGeom prst="donu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4FE63E27-9BFC-3E44-8B27-81299A529971}"/>
                  </a:ext>
                </a:extLst>
              </p:cNvPr>
              <p:cNvSpPr/>
              <p:nvPr/>
            </p:nvSpPr>
            <p:spPr>
              <a:xfrm>
                <a:off x="7458495" y="1680210"/>
                <a:ext cx="3191609" cy="3218400"/>
              </a:xfrm>
              <a:prstGeom prst="ellipse">
                <a:avLst/>
              </a:prstGeom>
              <a:noFill/>
              <a:ln w="38100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7" name="Halbbogen 26">
              <a:extLst>
                <a:ext uri="{FF2B5EF4-FFF2-40B4-BE49-F238E27FC236}">
                  <a16:creationId xmlns:a16="http://schemas.microsoft.com/office/drawing/2014/main" id="{511F12DE-C56F-B15B-1468-C68798481E77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29" name="Halbbogen 28">
              <a:extLst>
                <a:ext uri="{FF2B5EF4-FFF2-40B4-BE49-F238E27FC236}">
                  <a16:creationId xmlns:a16="http://schemas.microsoft.com/office/drawing/2014/main" id="{43FF7D45-93AE-10CD-FD27-A95D7AD09CBD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feld 33">
            <a:extLst>
              <a:ext uri="{FF2B5EF4-FFF2-40B4-BE49-F238E27FC236}">
                <a16:creationId xmlns:a16="http://schemas.microsoft.com/office/drawing/2014/main" id="{30A2A388-C544-721D-543B-B818B71888D1}"/>
              </a:ext>
            </a:extLst>
          </p:cNvPr>
          <p:cNvSpPr txBox="1"/>
          <p:nvPr/>
        </p:nvSpPr>
        <p:spPr>
          <a:xfrm>
            <a:off x="913331" y="3933848"/>
            <a:ext cx="7503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4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World on </a:t>
            </a:r>
            <a:r>
              <a:rPr lang="de-CH" sz="4400" err="1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One</a:t>
            </a:r>
            <a:r>
              <a:rPr lang="de-CH" sz="4400">
                <a:solidFill>
                  <a:schemeClr val="bg2">
                    <a:lumMod val="25000"/>
                  </a:schemeClr>
                </a:solidFill>
                <a:latin typeface="Gill Sans Nova Ultra Bold" panose="020B0B02020104020203" pitchFamily="34" charset="0"/>
              </a:rPr>
              <a:t> Wheel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B4DA7EA-F6D7-2CF7-9306-DF2B5267C928}"/>
              </a:ext>
            </a:extLst>
          </p:cNvPr>
          <p:cNvGrpSpPr/>
          <p:nvPr/>
        </p:nvGrpSpPr>
        <p:grpSpPr>
          <a:xfrm>
            <a:off x="2738641" y="2169621"/>
            <a:ext cx="1054556" cy="1676012"/>
            <a:chOff x="4222294" y="1885949"/>
            <a:chExt cx="1682931" cy="269988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545C1A8-9218-3270-6EBD-9A4722BBA4D8}"/>
                </a:ext>
              </a:extLst>
            </p:cNvPr>
            <p:cNvSpPr/>
            <p:nvPr/>
          </p:nvSpPr>
          <p:spPr>
            <a:xfrm>
              <a:off x="4984023" y="2427251"/>
              <a:ext cx="170907" cy="479341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Halbbogen 4">
              <a:extLst>
                <a:ext uri="{FF2B5EF4-FFF2-40B4-BE49-F238E27FC236}">
                  <a16:creationId xmlns:a16="http://schemas.microsoft.com/office/drawing/2014/main" id="{D5A06609-A397-E96F-D5DB-8836167EDF2F}"/>
                </a:ext>
              </a:extLst>
            </p:cNvPr>
            <p:cNvSpPr/>
            <p:nvPr/>
          </p:nvSpPr>
          <p:spPr>
            <a:xfrm flipV="1">
              <a:off x="4434840" y="1885949"/>
              <a:ext cx="1056592" cy="623555"/>
            </a:xfrm>
            <a:prstGeom prst="blockArc">
              <a:avLst>
                <a:gd name="adj1" fmla="val 12411777"/>
                <a:gd name="adj2" fmla="val 20950339"/>
                <a:gd name="adj3" fmla="val 20835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1" name="Kreis: nicht ausgefüllt 10">
              <a:extLst>
                <a:ext uri="{FF2B5EF4-FFF2-40B4-BE49-F238E27FC236}">
                  <a16:creationId xmlns:a16="http://schemas.microsoft.com/office/drawing/2014/main" id="{6D32E540-908C-15F9-0CD3-E9ED3AD91ED0}"/>
                </a:ext>
              </a:extLst>
            </p:cNvPr>
            <p:cNvSpPr/>
            <p:nvPr/>
          </p:nvSpPr>
          <p:spPr>
            <a:xfrm>
              <a:off x="4222294" y="2779265"/>
              <a:ext cx="1682931" cy="1700294"/>
            </a:xfrm>
            <a:prstGeom prst="donu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9" name="Halbbogen 8">
              <a:extLst>
                <a:ext uri="{FF2B5EF4-FFF2-40B4-BE49-F238E27FC236}">
                  <a16:creationId xmlns:a16="http://schemas.microsoft.com/office/drawing/2014/main" id="{CB412F82-94A5-CC47-62AD-F1B0DEB7BA10}"/>
                </a:ext>
              </a:extLst>
            </p:cNvPr>
            <p:cNvSpPr/>
            <p:nvPr/>
          </p:nvSpPr>
          <p:spPr>
            <a:xfrm>
              <a:off x="4909770" y="2860685"/>
              <a:ext cx="496620" cy="1725152"/>
            </a:xfrm>
            <a:prstGeom prst="blockArc">
              <a:avLst>
                <a:gd name="adj1" fmla="val 10800000"/>
                <a:gd name="adj2" fmla="val 15964086"/>
                <a:gd name="adj3" fmla="val 33763"/>
              </a:avLst>
            </a:prstGeom>
            <a:solidFill>
              <a:schemeClr val="bg2">
                <a:lumMod val="25000"/>
              </a:schemeClr>
            </a:solidFill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  <p:sp>
          <p:nvSpPr>
            <p:cNvPr id="10" name="Halbbogen 9">
              <a:extLst>
                <a:ext uri="{FF2B5EF4-FFF2-40B4-BE49-F238E27FC236}">
                  <a16:creationId xmlns:a16="http://schemas.microsoft.com/office/drawing/2014/main" id="{4C3254A2-C214-36F9-C216-9D953470DD8E}"/>
                </a:ext>
              </a:extLst>
            </p:cNvPr>
            <p:cNvSpPr/>
            <p:nvPr/>
          </p:nvSpPr>
          <p:spPr>
            <a:xfrm>
              <a:off x="4835160" y="2664802"/>
              <a:ext cx="457200" cy="582930"/>
            </a:xfrm>
            <a:prstGeom prst="blockArc">
              <a:avLst>
                <a:gd name="adj1" fmla="val 10800000"/>
                <a:gd name="adj2" fmla="val 0"/>
                <a:gd name="adj3" fmla="val 37500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/>
                </a:solidFill>
              </a:endParaRPr>
            </a:p>
          </p:txBody>
        </p:sp>
      </p:grpSp>
      <p:pic>
        <p:nvPicPr>
          <p:cNvPr id="14" name="Grafik 13" descr="Ein Bild, das Logo, Grafiken, Symbol, Schwarz enthält.&#10;&#10;Automatisch generierte Beschreibung">
            <a:extLst>
              <a:ext uri="{FF2B5EF4-FFF2-40B4-BE49-F238E27FC236}">
                <a16:creationId xmlns:a16="http://schemas.microsoft.com/office/drawing/2014/main" id="{DAB61DA9-EE6D-71B6-0633-CE899E46F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750" y="1607341"/>
            <a:ext cx="2313375" cy="2957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BE54C3-E15C-8875-2618-3147EF33D495}"/>
              </a:ext>
            </a:extLst>
          </p:cNvPr>
          <p:cNvSpPr txBox="1"/>
          <p:nvPr/>
        </p:nvSpPr>
        <p:spPr>
          <a:xfrm>
            <a:off x="7546778" y="3124780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CH" sz="3600">
                <a:solidFill>
                  <a:schemeClr val="bg2">
                    <a:lumMod val="25000"/>
                  </a:schemeClr>
                </a:solidFill>
                <a:latin typeface="Gill Sans Nova Ultra Bold"/>
              </a:rPr>
              <a:t>- thun.ch</a:t>
            </a:r>
            <a:endParaRPr lang="en-US" sz="3600" err="1">
              <a:solidFill>
                <a:schemeClr val="bg2">
                  <a:lumMod val="25000"/>
                </a:schemeClr>
              </a:solidFill>
              <a:latin typeface="Gill Sans Nova Ultra Bold"/>
            </a:endParaRPr>
          </a:p>
        </p:txBody>
      </p:sp>
    </p:spTree>
    <p:extLst>
      <p:ext uri="{BB962C8B-B14F-4D97-AF65-F5344CB8AC3E}">
        <p14:creationId xmlns:p14="http://schemas.microsoft.com/office/powerpoint/2010/main" val="1044130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8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Tamara Lengacher</dc:creator>
  <cp:revision>1</cp:revision>
  <dcterms:created xsi:type="dcterms:W3CDTF">2024-06-13T18:09:28Z</dcterms:created>
  <dcterms:modified xsi:type="dcterms:W3CDTF">2025-11-17T14:52:09Z</dcterms:modified>
</cp:coreProperties>
</file>